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71880-0850-40DA-83D4-62F6D624B4BC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23F83-9DD1-446F-81E8-CEFADA885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67A53-6886-418F-806C-BB788BB5EA4D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20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D78A-27C4-4ACF-A94A-B66A24CDE9A1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25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633B-C6C9-49B3-954E-5051B32D1946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2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9BF02-2B43-43AD-A604-B2E28AE38E42}" type="datetime1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9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5A6E-2357-4B60-A57D-75072C9B2039}" type="datetime1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1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D00D-4973-4D6D-9019-096054DE8A29}" type="datetime1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98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D7DB-57E6-459F-ACC5-92C179F0B949}" type="datetime1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7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6FC6-B537-4DA5-A39D-7104CBA641B3}" type="datetime1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06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27E0-917B-41FA-8CEE-5C380C61231E}" type="datetime1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45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6975-410A-4796-9C69-177F90281842}" type="datetime1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5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4AF98-77C2-48AB-B197-FF4C38266B25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694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49D5C-42CA-4038-B655-5121CBDB7749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721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665A0-7248-432B-A17D-72750E67A57C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6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E5E2F-803D-462C-9464-5A8619CA14BD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567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EB87-C6FA-4C38-810D-6A5F0D5A8D52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097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BD4C-9267-4444-AD29-7A4A339B66A3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94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D2511-CEC3-45EE-A6D4-7C1A173A3974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15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64D252-2E0B-409C-A7C6-DD4E018881DE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B143062-D515-46EB-ADD8-3B949099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2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7CF5-02B5-7090-AACF-9A784C29D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Namma</a:t>
            </a:r>
            <a:r>
              <a:rPr lang="en-US" dirty="0"/>
              <a:t> Yatri – Business Performance Overview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53AF4-B29D-F812-B3C5-01ABE10A6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High-level summary of platform performance, demand trends, and operational efficiency based on ride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D9477-991A-C679-3D1D-2FF38A4E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7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9F46-94C4-287C-13B2-2D4DBD46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Executive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E159-DAE3-BC15-2ECC-CA970F295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Highlights: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activity across morning and night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High-performing pickup zones consistently drive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Post-quote conversions remain perfect at 100%.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9398-80A9-5A4E-C57A-23C86C9A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9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A9BA-34BF-27C9-3E91-E4F77BD5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2. Demand by Time Slot: Where Customers Ride Most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472C-3F8E-7A2C-7E13-F8D2954F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Morning and Night account for the majority of revenue.</a:t>
            </a:r>
          </a:p>
          <a:p>
            <a:r>
              <a:rPr lang="en-US" dirty="0"/>
              <a:t>Afternoon demand is notably weaker and shows potential for improvement.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1C3D2-94F5-6402-5732-F7010290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D820AE-35AD-2EAC-4CFE-7ED1C73EA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70" y="2205198"/>
            <a:ext cx="4414530" cy="334855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37612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D92F-1E7B-D249-6A4D-75005698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7B9A-E38C-B96E-89E0-10DFDD70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3. Hourly Ride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6A22-8791-F6D1-4D13-B5DD75B71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Early morning and late-night hours drive high trip revenue.</a:t>
            </a:r>
          </a:p>
          <a:p>
            <a:r>
              <a:rPr lang="en-US" dirty="0"/>
              <a:t>Afternoon drop indicates inefficiency or reduced demand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B49FB-F6EF-6915-8FF7-9BD9DF44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3C4FE-1750-9F8A-DD4A-540649A95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59" y="2182903"/>
            <a:ext cx="4292395" cy="317833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98134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8C80-A165-0A39-40D2-C47F0E65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3122-A2B0-CD8E-2089-E5872A26D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4. </a:t>
            </a:r>
            <a:r>
              <a:rPr lang="en-US" sz="3600" dirty="0"/>
              <a:t>Top Pickup Locations (Volume Contribution)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A370-CF60-E87B-BE6C-177743B6E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Ramanagaram, </a:t>
            </a:r>
            <a:r>
              <a:rPr lang="en-US" dirty="0" err="1"/>
              <a:t>Yeshwantpur</a:t>
            </a:r>
            <a:r>
              <a:rPr lang="en-US" dirty="0"/>
              <a:t>, and Bangalore South lead in total trip volume.</a:t>
            </a:r>
          </a:p>
          <a:p>
            <a:r>
              <a:rPr lang="en-US" dirty="0"/>
              <a:t>These zones act as consistent demand hubs.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EE590-D101-C6F2-4496-58626AA0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94648-7E2A-61F9-EE79-273517D2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1" y="2536262"/>
            <a:ext cx="5033031" cy="26864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5696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B27A2-83AA-BA98-4DC3-41133411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86C1-5CFA-A6E8-8E62-8732CC0C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5. Top Revenue-Generating Pickup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A774-AE86-8383-8102-78B05666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Bangalore South and </a:t>
            </a:r>
            <a:r>
              <a:rPr lang="en-US" dirty="0" err="1"/>
              <a:t>Yeshwantpur</a:t>
            </a:r>
            <a:r>
              <a:rPr lang="en-US" dirty="0"/>
              <a:t> generate the highest revenue.</a:t>
            </a:r>
          </a:p>
          <a:p>
            <a:r>
              <a:rPr lang="en-US" dirty="0"/>
              <a:t>Some lower-volume zones still produce high revenue per trip.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A6F68-BA6C-7983-B288-4CD29357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AB8F8-5F27-1CC5-D5EC-345745C6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636" y="2417183"/>
            <a:ext cx="5033031" cy="292458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02199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3914-D41D-A3DB-854A-4EC0DF2A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6620-5CE9-E743-7E5E-14547C7B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6. Payment Method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7FF3-5FAD-4F99-C8CE-85D39593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Digital payments (Card/UPI) dominate.</a:t>
            </a:r>
          </a:p>
          <a:p>
            <a:r>
              <a:rPr lang="en-US" dirty="0"/>
              <a:t>Cash usage is lower, indicating strong trust in the platform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DEF36-B38A-C090-D695-AC5E2606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BAACA-B9CD-654F-8E58-3BE095A4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2" y="2493394"/>
            <a:ext cx="4658375" cy="27721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3055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E7C0-9668-C70E-FB96-58B525C7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5F70-F5A9-2649-917D-08E9B94C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7. Platform Reliability: Completion vs Cancellation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6087-9013-2B36-17A1-0E55F021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Completion rates for driver and customer are almost identical.</a:t>
            </a:r>
          </a:p>
          <a:p>
            <a:r>
              <a:rPr lang="en-US" dirty="0"/>
              <a:t>Minimal cancellation imbalance indicates stable experience.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3FEA1-9A5D-8FF2-999A-64344F90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5D3A7-7E96-4BA7-BDAD-6382F95DF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81" y="2227516"/>
            <a:ext cx="5033031" cy="30484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96244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53C8-3D7D-B2FB-39BE-F53C33B7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9EB2-AB0F-45DB-759A-7852867A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8. Quote-to-Ride Performance (Critical Funnel Insight)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91EA-A040-29A3-05F9-4DD850DC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780" y="2317375"/>
            <a:ext cx="5033031" cy="3124201"/>
          </a:xfrm>
        </p:spPr>
        <p:txBody>
          <a:bodyPr/>
          <a:lstStyle/>
          <a:p>
            <a:r>
              <a:rPr lang="en-US" dirty="0"/>
              <a:t>100% completion after quote across all time slots.</a:t>
            </a:r>
          </a:p>
          <a:p>
            <a:r>
              <a:rPr lang="en-US" dirty="0"/>
              <a:t>Quote system performance is excellent and consistent.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6CA05-5B7F-6547-8B00-9B1B4770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299C7E-9E03-688E-710F-24BDE192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99" y="2191869"/>
            <a:ext cx="5658640" cy="30579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5163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C8D2-B3B8-09EF-5484-7E443CCA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69ED-772A-AAD2-6AE6-CFEDDE84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9.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3FC02-52E3-37D0-1A04-87B0395D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9" y="1866899"/>
            <a:ext cx="9407808" cy="3124201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Boost Afternoon Demand</a:t>
            </a:r>
            <a:r>
              <a:rPr lang="en-IN" dirty="0"/>
              <a:t>: Promo codes, targeted push notifications, and partner offers.</a:t>
            </a:r>
          </a:p>
          <a:p>
            <a:r>
              <a:rPr lang="en-IN" b="1" dirty="0"/>
              <a:t>Strengthen High-Value Zones</a:t>
            </a:r>
            <a:r>
              <a:rPr lang="en-IN" dirty="0"/>
              <a:t>: Increase driver availability and enhance wait-time reliability.</a:t>
            </a:r>
          </a:p>
          <a:p>
            <a:r>
              <a:rPr lang="en-IN" b="1" dirty="0"/>
              <a:t>Improve Digital Adoption Further</a:t>
            </a:r>
            <a:r>
              <a:rPr lang="en-IN" dirty="0"/>
              <a:t>: Reward UPI/card payments to accelerate digital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b="1" dirty="0"/>
              <a:t>Protect Quote Funnel</a:t>
            </a:r>
            <a:r>
              <a:rPr lang="en-IN" dirty="0"/>
              <a:t>: Maintain low quote latency to preserve 100% conversion.</a:t>
            </a:r>
          </a:p>
          <a:p>
            <a:r>
              <a:rPr lang="en-IN" b="1" dirty="0"/>
              <a:t>Supply Optimization</a:t>
            </a:r>
            <a:r>
              <a:rPr lang="en-IN" dirty="0"/>
              <a:t>: Align driver shifts to Morning/Night high-demand windows.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BA53B-9ADB-F3CC-6173-B30106F3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0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94F1-86FF-A48B-4F6C-9D93BC88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AA86-808F-88FB-D47A-752A5854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6482"/>
          </a:xfrm>
        </p:spPr>
        <p:txBody>
          <a:bodyPr>
            <a:normAutofit/>
          </a:bodyPr>
          <a:lstStyle/>
          <a:p>
            <a:r>
              <a:rPr lang="en-IN" sz="3600" dirty="0"/>
              <a:t>10.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15EA-266B-19FA-44F0-5EE33C542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2192" y="2494430"/>
            <a:ext cx="9407808" cy="1476936"/>
          </a:xfrm>
        </p:spPr>
        <p:txBody>
          <a:bodyPr>
            <a:normAutofit/>
          </a:bodyPr>
          <a:lstStyle/>
          <a:p>
            <a:r>
              <a:rPr lang="en-US" dirty="0"/>
              <a:t>These strategies enhance revenue, improve customer satisfaction, and increase platform reliability with minimal operational overhead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BCA47-EB13-99EF-BA9A-76893384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3062-D515-46EB-ADD8-3B949099F80B}" type="slidenum">
              <a:rPr lang="en-IN" smtClean="0"/>
              <a:t>11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710BAB-81C0-94DE-46F3-9CCFB1446D9C}"/>
              </a:ext>
            </a:extLst>
          </p:cNvPr>
          <p:cNvSpPr txBox="1">
            <a:spLocks/>
          </p:cNvSpPr>
          <p:nvPr/>
        </p:nvSpPr>
        <p:spPr>
          <a:xfrm>
            <a:off x="1653986" y="5483890"/>
            <a:ext cx="10018713" cy="76648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4077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14</TotalTime>
  <Words>343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Parallax</vt:lpstr>
      <vt:lpstr>Namma Yatri – Business Performance Overview</vt:lpstr>
      <vt:lpstr>1. Executive Snapshot</vt:lpstr>
      <vt:lpstr>2. Demand by Time Slot: Where Customers Ride Most</vt:lpstr>
      <vt:lpstr>3. Hourly Ride Performance</vt:lpstr>
      <vt:lpstr>4. Top Pickup Locations (Volume Contribution)</vt:lpstr>
      <vt:lpstr>5. Top Revenue-Generating Pickup Zones</vt:lpstr>
      <vt:lpstr>6. Payment Method Insights</vt:lpstr>
      <vt:lpstr>7. Platform Reliability: Completion vs Cancellation</vt:lpstr>
      <vt:lpstr>8. Quote-to-Ride Performance (Critical Funnel Insight)</vt:lpstr>
      <vt:lpstr>9. Strategic Recommendations</vt:lpstr>
      <vt:lpstr>10.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Dinesh</dc:creator>
  <cp:lastModifiedBy>Sai Dinesh</cp:lastModifiedBy>
  <cp:revision>1</cp:revision>
  <dcterms:created xsi:type="dcterms:W3CDTF">2025-11-23T20:49:07Z</dcterms:created>
  <dcterms:modified xsi:type="dcterms:W3CDTF">2025-11-23T21:03:43Z</dcterms:modified>
</cp:coreProperties>
</file>